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2" y="0"/>
            <a:ext cx="121682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41" y="0"/>
            <a:ext cx="106556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2" y="0"/>
            <a:ext cx="121682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520" y="0"/>
            <a:ext cx="860692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346" y="0"/>
            <a:ext cx="82072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25" y="0"/>
            <a:ext cx="87163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2" y="0"/>
            <a:ext cx="121682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65" y="0"/>
            <a:ext cx="1016903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84" y="0"/>
            <a:ext cx="6989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2" y="0"/>
            <a:ext cx="1216820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